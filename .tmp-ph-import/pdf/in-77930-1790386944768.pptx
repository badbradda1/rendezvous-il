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0" r:id="rId2"/>
    <p:sldId id="261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8" r:id="rId15"/>
    <p:sldId id="289" r:id="rId16"/>
    <p:sldId id="290" r:id="rId17"/>
    <p:sldId id="291" r:id="rId18"/>
    <p:sldId id="292" r:id="rId19"/>
    <p:sldId id="293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0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89" autoAdjust="0"/>
    <p:restoredTop sz="86464" autoAdjust="0"/>
  </p:normalViewPr>
  <p:slideViewPr>
    <p:cSldViewPr snapToObjects="1">
      <p:cViewPr varScale="1">
        <p:scale>
          <a:sx n="134" d="100"/>
          <a:sy n="134" d="100"/>
        </p:scale>
        <p:origin x="-176" y="-104"/>
      </p:cViewPr>
      <p:guideLst>
        <p:guide orient="horz" pos="15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interSettings" Target="printerSettings/printerSettings1.bin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64B5-7999-D24F-A5F2-ED51B8ACAF5A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62F-73D0-E74B-8ED3-B886D4713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34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57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28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92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3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25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1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58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80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16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07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44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23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5F62F-73D0-E74B-8ED3-B886D47133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2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8C54F-3909-344A-8E0C-994F96D226F0}" type="datetimeFigureOut">
              <a:rPr lang="en-US" smtClean="0"/>
              <a:t>5/15/19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38E48-61DF-9841-B065-C2F83065D46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6.emf"/><Relationship Id="rId5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0.emf"/><Relationship Id="rId5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0.emf"/><Relationship Id="rId5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6.emf"/><Relationship Id="rId5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V1a – Christians,</a:t>
            </a:r>
            <a:r>
              <a:rPr lang="en-US" sz="1800" baseline="0" dirty="0"/>
              <a:t> Awake, Salute The Happy Morn</a:t>
            </a:r>
            <a:endParaRPr lang="en-US" sz="180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0" y="4705350"/>
            <a:ext cx="55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is-IS" sz="1200" dirty="0" smtClean="0"/>
              <a:t>Words: </a:t>
            </a:r>
            <a:r>
              <a:rPr lang="is-IS" sz="1200" dirty="0"/>
              <a:t>John Byrom (1692-1763)</a:t>
            </a:r>
          </a:p>
          <a:p>
            <a:r>
              <a:rPr lang="en-US" sz="1200" dirty="0" smtClean="0"/>
              <a:t>Music: </a:t>
            </a:r>
            <a:r>
              <a:rPr lang="en-US" sz="1200" dirty="0"/>
              <a:t>John Wainwright (1723-1768)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4" name="Picture 3" descr="Christians, Awake, Salute The Happy Morn - PPT001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400300"/>
            <a:ext cx="7670800" cy="2876550"/>
          </a:xfrm>
          <a:prstGeom prst="rect">
            <a:avLst/>
          </a:prstGeom>
        </p:spPr>
      </p:pic>
      <p:pic>
        <p:nvPicPr>
          <p:cNvPr id="10" name="Picture 9" descr="Christians, Awake, Salute The Happy Morn - PPT (Mike T)R1001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V1b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30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V1c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V2a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6695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V2b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V2c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V3a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V3b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2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V3c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7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V4a – Christians, Awake, Salute The Happy Morn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  <p:pic>
        <p:nvPicPr>
          <p:cNvPr id="3" name="Picture 2" descr="Christians, Awake, Salute The Happy Morn - PPT002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7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V4b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7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V4c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7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V5a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7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V5b – Christians, Awake, Salute The Happy Morn</a:t>
            </a:r>
          </a:p>
        </p:txBody>
      </p:sp>
      <p:pic>
        <p:nvPicPr>
          <p:cNvPr id="2" name="Picture 1" descr="Christians, Awake, Salute The Happy Morn - PPT (Mike T)R1027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  <p:pic>
        <p:nvPicPr>
          <p:cNvPr id="8" name="Picture 7" descr="Christians, Awake, Salute The Happy Morn - PPT (Mike T)R1028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V5c – Christians, Awake, Salute The Happy Morn</a:t>
            </a:r>
          </a:p>
        </p:txBody>
      </p:sp>
      <p:pic>
        <p:nvPicPr>
          <p:cNvPr id="4" name="Picture 3" descr="Christians, Awake, Salute The Happy Morn - PPT (Mike T)R1029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7" name="Picture 6" descr="Christians, Awake, Salute The Happy Morn - PPT (Mike T)R1030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V6a – Christians, Awake, Salute The Happy Morn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  <p:pic>
        <p:nvPicPr>
          <p:cNvPr id="4" name="Picture 3" descr="Christians, Awake, Salute The Happy Morn - PPT (Mike T)R1031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V6b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V6c – Christians, Awake, Salute The Happy Morn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0"/>
            <a:ext cx="7670800" cy="28765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0030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5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346" name="Picture 2" descr="sky-neutral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6324600" y="4937523"/>
            <a:ext cx="28194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200" dirty="0"/>
              <a:t>© 2017 The </a:t>
            </a:r>
            <a:r>
              <a:rPr lang="en-US" sz="1200" dirty="0" err="1"/>
              <a:t>Acappella</a:t>
            </a:r>
            <a:r>
              <a:rPr lang="en-US" sz="1200" dirty="0"/>
              <a:t> Company</a:t>
            </a:r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/>
              <a:t>Amen </a:t>
            </a:r>
            <a:r>
              <a:rPr lang="en-US" sz="1800" dirty="0"/>
              <a:t>– Christians, Awake, Salute The Happy Morn</a:t>
            </a:r>
          </a:p>
        </p:txBody>
      </p:sp>
      <p:pic>
        <p:nvPicPr>
          <p:cNvPr id="2" name="Picture 1" descr="Christians, Awake, Salute The Happy Morn - PPT#0037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4" y="0"/>
            <a:ext cx="76708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70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317</Words>
  <Application>Microsoft Macintosh PowerPoint</Application>
  <PresentationFormat>On-screen Show (16:9)</PresentationFormat>
  <Paragraphs>54</Paragraphs>
  <Slides>19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V1a – Christians, Awake, Salute The Happy Morn</vt:lpstr>
      <vt:lpstr>V1b – Christians, Awake, Salute The Happy Morn</vt:lpstr>
      <vt:lpstr>V1c – Christians, Awake, Salute The Happy Morn</vt:lpstr>
      <vt:lpstr>V2a – Christians, Awake, Salute The Happy Morn</vt:lpstr>
      <vt:lpstr>V2b – Christians, Awake, Salute The Happy Morn</vt:lpstr>
      <vt:lpstr>V2c – Christians, Awake, Salute The Happy Morn</vt:lpstr>
      <vt:lpstr>V3a – Christians, Awake, Salute The Happy Morn</vt:lpstr>
      <vt:lpstr>V3b – Christians, Awake, Salute The Happy Morn</vt:lpstr>
      <vt:lpstr>V3c – Christians, Awake, Salute The Happy Morn</vt:lpstr>
      <vt:lpstr>V4a – Christians, Awake, Salute The Happy Morn</vt:lpstr>
      <vt:lpstr>V4b – Christians, Awake, Salute The Happy Morn</vt:lpstr>
      <vt:lpstr>V4c – Christians, Awake, Salute The Happy Morn</vt:lpstr>
      <vt:lpstr>V5a – Christians, Awake, Salute The Happy Morn</vt:lpstr>
      <vt:lpstr>V5b – Christians, Awake, Salute The Happy Morn</vt:lpstr>
      <vt:lpstr>V5c – Christians, Awake, Salute The Happy Morn</vt:lpstr>
      <vt:lpstr>V6a – Christians, Awake, Salute The Happy Morn</vt:lpstr>
      <vt:lpstr>V6b – Christians, Awake, Salute The Happy Morn</vt:lpstr>
      <vt:lpstr>V6c – Christians, Awake, Salute The Happy Morn</vt:lpstr>
      <vt:lpstr>Amen – Christians, Awake, Salute The Happy Morn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C1a – Give Thanks (to the Lord)</dc:title>
  <dc:creator>MICHAEL ROGERS</dc:creator>
  <cp:lastModifiedBy>Bill Brunkhardt</cp:lastModifiedBy>
  <cp:revision>76</cp:revision>
  <dcterms:created xsi:type="dcterms:W3CDTF">2013-12-26T03:47:56Z</dcterms:created>
  <dcterms:modified xsi:type="dcterms:W3CDTF">2019-05-15T21:25:07Z</dcterms:modified>
</cp:coreProperties>
</file>