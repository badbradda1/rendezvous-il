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0" r:id="rId2"/>
    <p:sldId id="261" r:id="rId3"/>
    <p:sldId id="273" r:id="rId4"/>
    <p:sldId id="274" r:id="rId5"/>
    <p:sldId id="262" r:id="rId6"/>
    <p:sldId id="263" r:id="rId7"/>
    <p:sldId id="281" r:id="rId8"/>
    <p:sldId id="282" r:id="rId9"/>
    <p:sldId id="264" r:id="rId10"/>
    <p:sldId id="265" r:id="rId11"/>
    <p:sldId id="283" r:id="rId12"/>
    <p:sldId id="284" r:id="rId13"/>
    <p:sldId id="266" r:id="rId14"/>
    <p:sldId id="267" r:id="rId15"/>
    <p:sldId id="285" r:id="rId16"/>
    <p:sldId id="286" r:id="rId17"/>
    <p:sldId id="268" r:id="rId18"/>
    <p:sldId id="269" r:id="rId19"/>
    <p:sldId id="287" r:id="rId20"/>
    <p:sldId id="288" r:id="rId21"/>
    <p:sldId id="272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01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8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81" autoAdjust="0"/>
    <p:restoredTop sz="86418" autoAdjust="0"/>
  </p:normalViewPr>
  <p:slideViewPr>
    <p:cSldViewPr snapToObjects="1">
      <p:cViewPr varScale="1">
        <p:scale>
          <a:sx n="113" d="100"/>
          <a:sy n="113" d="100"/>
        </p:scale>
        <p:origin x="-104" y="-216"/>
      </p:cViewPr>
      <p:guideLst>
        <p:guide orient="horz" pos="1512"/>
        <p:guide orient="horz" pos="1404"/>
        <p:guide pos="2880"/>
      </p:guideLst>
    </p:cSldViewPr>
  </p:slideViewPr>
  <p:outlineViewPr>
    <p:cViewPr>
      <p:scale>
        <a:sx n="33" d="100"/>
        <a:sy n="33" d="100"/>
      </p:scale>
      <p:origin x="0" y="276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164B5-7999-D24F-A5F2-ED51B8ACAF5A}" type="datetimeFigureOut">
              <a:rPr lang="en-US" smtClean="0"/>
              <a:t>2/23/18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5F62F-73D0-E74B-8ED3-B886D4713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56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8C54F-3909-344A-8E0C-994F96D226F0}" type="datetimeFigureOut">
              <a:rPr lang="en-US" smtClean="0"/>
              <a:t>2/23/18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4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4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4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4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3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V1a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0" y="4658752"/>
            <a:ext cx="5562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 err="1">
                <a:solidFill>
                  <a:srgbClr val="000000"/>
                </a:solidFill>
                <a:latin typeface="+mj-lt"/>
              </a:rPr>
              <a:t>Arr</a:t>
            </a:r>
            <a:r>
              <a:rPr lang="en-US" sz="1200" dirty="0">
                <a:solidFill>
                  <a:srgbClr val="000000"/>
                </a:solidFill>
                <a:latin typeface="+mj-lt"/>
              </a:rPr>
              <a:t>: </a:t>
            </a:r>
            <a:r>
              <a:rPr lang="en-US" sz="1200" dirty="0" smtClean="0">
                <a:solidFill>
                  <a:srgbClr val="000000"/>
                </a:solidFill>
                <a:latin typeface="+mj-lt"/>
              </a:rPr>
              <a:t>Mike Rogers</a:t>
            </a:r>
            <a:endParaRPr lang="en-US" sz="1200" dirty="0">
              <a:solidFill>
                <a:srgbClr val="000000"/>
              </a:solidFill>
              <a:latin typeface="+mj-lt"/>
            </a:endParaRPr>
          </a:p>
          <a:p>
            <a:pPr eaLnBrk="1" hangingPunct="1"/>
            <a:r>
              <a:rPr lang="en-US" sz="1200" dirty="0">
                <a:solidFill>
                  <a:srgbClr val="000000"/>
                </a:solidFill>
                <a:latin typeface="+mj-lt"/>
              </a:rPr>
              <a:t>Words </a:t>
            </a:r>
            <a:r>
              <a:rPr lang="en-US" sz="1200" dirty="0" smtClean="0">
                <a:solidFill>
                  <a:srgbClr val="000000"/>
                </a:solidFill>
                <a:latin typeface="+mj-lt"/>
              </a:rPr>
              <a:t>by: Joseph Hart</a:t>
            </a:r>
            <a:br>
              <a:rPr lang="en-US" sz="1200" dirty="0" smtClean="0">
                <a:solidFill>
                  <a:srgbClr val="000000"/>
                </a:solidFill>
                <a:latin typeface="+mj-lt"/>
              </a:rPr>
            </a:br>
            <a:r>
              <a:rPr lang="en-US" sz="1200" dirty="0" smtClean="0">
                <a:solidFill>
                  <a:srgbClr val="000000"/>
                </a:solidFill>
                <a:latin typeface="+mj-lt"/>
              </a:rPr>
              <a:t>Music </a:t>
            </a:r>
            <a:r>
              <a:rPr lang="en-US" sz="1200" dirty="0">
                <a:solidFill>
                  <a:srgbClr val="000000"/>
                </a:solidFill>
                <a:latin typeface="+mj-lt"/>
              </a:rPr>
              <a:t>by: </a:t>
            </a:r>
            <a:r>
              <a:rPr lang="en-US" sz="1200" dirty="0" smtClean="0">
                <a:solidFill>
                  <a:srgbClr val="000000"/>
                </a:solidFill>
                <a:latin typeface="+mj-lt"/>
              </a:rPr>
              <a:t>Unknown</a:t>
            </a:r>
            <a:endParaRPr lang="en-US" sz="1200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V1b – Come, Ye Sinners, Poor and Needy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R1a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16883466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R1b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19904804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V2a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35665303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V2b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9998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35665303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R2a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25416615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R2b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23229521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V3a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1373821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V3b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9998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16456083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R3a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25416615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R3b </a:t>
            </a:r>
            <a:r>
              <a:rPr lang="en-US" sz="1800" dirty="0"/>
              <a:t>– </a:t>
            </a:r>
            <a:r>
              <a:rPr lang="en-US" sz="1800" dirty="0" smtClean="0"/>
              <a:t>Come, Ye Sinners, Poor</a:t>
            </a:r>
            <a:r>
              <a:rPr lang="en-US" sz="1800" baseline="0" dirty="0" smtClean="0"/>
              <a:t> and Needy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23229521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V4a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1373821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V4b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9998"/>
            <a:ext cx="7670800" cy="2876550"/>
          </a:xfrm>
          <a:prstGeom prst="rect">
            <a:avLst/>
          </a:prstGeom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16456083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R4a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25416615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R4b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23229521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V5a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1373821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V5b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9998"/>
            <a:ext cx="7670800" cy="2876550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16456083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R5a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25416615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R5b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266950"/>
            <a:ext cx="7670800" cy="287655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23229521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Tag </a:t>
            </a:r>
            <a:r>
              <a:rPr lang="en-US" sz="1800" dirty="0"/>
              <a:t>– </a:t>
            </a:r>
            <a:r>
              <a:rPr lang="en-US" sz="1800" dirty="0" smtClean="0"/>
              <a:t>Come, Ye Sinners, Poor and Needy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152400"/>
            <a:ext cx="7670800" cy="2876550"/>
          </a:xfrm>
          <a:prstGeom prst="rect">
            <a:avLst/>
          </a:prstGeom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2018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33025502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325</Words>
  <Application>Microsoft Macintosh PowerPoint</Application>
  <PresentationFormat>On-screen Show (16:9)</PresentationFormat>
  <Paragraphs>45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V1a – Come, Ye Sinners, Poor and Needy</vt:lpstr>
      <vt:lpstr>V1b – Come, Ye Sinners, Poor and Needy</vt:lpstr>
      <vt:lpstr>R1a – Come, Ye Sinners, Poor and Needy</vt:lpstr>
      <vt:lpstr>R1b – Come, Ye Sinners, Poor and Needy</vt:lpstr>
      <vt:lpstr>V2a – Come, Ye Sinners, Poor and Needy</vt:lpstr>
      <vt:lpstr>V2b – Come, Ye Sinners, Poor and Needy</vt:lpstr>
      <vt:lpstr>R2a – Come, Ye Sinners, Poor and Needy</vt:lpstr>
      <vt:lpstr>R2b – Come, Ye Sinners, Poor and Needy</vt:lpstr>
      <vt:lpstr>V3a – Come, Ye Sinners, Poor and Needy</vt:lpstr>
      <vt:lpstr>V3b – Come, Ye Sinners, Poor and Needy</vt:lpstr>
      <vt:lpstr>R3a – Come, Ye Sinners, Poor and Needy</vt:lpstr>
      <vt:lpstr>R3b – Come, Ye Sinners, Poor and Needy</vt:lpstr>
      <vt:lpstr>V4a – Come, Ye Sinners, Poor and Needy</vt:lpstr>
      <vt:lpstr>V4b – Come, Ye Sinners, Poor and Needy</vt:lpstr>
      <vt:lpstr>R4a – Come, Ye Sinners, Poor and Needy</vt:lpstr>
      <vt:lpstr>R4b – Come, Ye Sinners, Poor and Needy</vt:lpstr>
      <vt:lpstr>V5a – Come, Ye Sinners, Poor and Needy</vt:lpstr>
      <vt:lpstr>V5b – Come, Ye Sinners, Poor and Needy</vt:lpstr>
      <vt:lpstr>R5a – Come, Ye Sinners, Poor and Needy</vt:lpstr>
      <vt:lpstr>R5b – Come, Ye Sinners, Poor and Needy</vt:lpstr>
      <vt:lpstr>Tag – Come, Ye Sinners, Poor and Needy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C1a – Give Thanks (to the Lord)</dc:title>
  <dc:creator>MICHAEL ROGERS</dc:creator>
  <cp:lastModifiedBy>Bill Brunkhardt</cp:lastModifiedBy>
  <cp:revision>36</cp:revision>
  <dcterms:created xsi:type="dcterms:W3CDTF">2013-12-26T03:47:56Z</dcterms:created>
  <dcterms:modified xsi:type="dcterms:W3CDTF">2018-02-23T16:55:52Z</dcterms:modified>
</cp:coreProperties>
</file>