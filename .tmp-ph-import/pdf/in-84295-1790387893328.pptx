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6" r:id="rId12"/>
    <p:sldId id="270" r:id="rId13"/>
    <p:sldId id="271" r:id="rId14"/>
    <p:sldId id="272" r:id="rId15"/>
    <p:sldId id="273" r:id="rId16"/>
    <p:sldId id="274" r:id="rId17"/>
    <p:sldId id="275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016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8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047" autoAdjust="0"/>
    <p:restoredTop sz="86464" autoAdjust="0"/>
  </p:normalViewPr>
  <p:slideViewPr>
    <p:cSldViewPr snapToObjects="1">
      <p:cViewPr varScale="1">
        <p:scale>
          <a:sx n="129" d="100"/>
          <a:sy n="129" d="100"/>
        </p:scale>
        <p:origin x="-104" y="-176"/>
      </p:cViewPr>
      <p:guideLst>
        <p:guide orient="horz" pos="1512"/>
        <p:guide orient="horz" pos="140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interSettings" Target="printerSettings/printerSettings1.bin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164B5-7999-D24F-A5F2-ED51B8ACAF5A}" type="datetimeFigureOut">
              <a:rPr lang="en-US" smtClean="0"/>
              <a:t>5/15/19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85F62F-73D0-E74B-8ED3-B886D4713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61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356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646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691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636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940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8911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3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408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3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4688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7917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23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.emf"/><Relationship Id="rId5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4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4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4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11.emf"/><Relationship Id="rId5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13.emf"/><Relationship Id="rId5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4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18.emf"/><Relationship Id="rId5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11.emf"/><Relationship Id="rId5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13.emf"/><Relationship Id="rId5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4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3.emf"/><Relationship Id="rId5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5.emf"/><Relationship Id="rId5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V1a – Every Giant Will Fall</a:t>
            </a:r>
          </a:p>
        </p:txBody>
      </p:sp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0" y="4721484"/>
            <a:ext cx="6858000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050" dirty="0">
                <a:solidFill>
                  <a:srgbClr val="000000"/>
                </a:solidFill>
              </a:rPr>
              <a:t>Words and Music by: Chris Llewellyn and Gareth </a:t>
            </a:r>
            <a:r>
              <a:rPr lang="en-US" sz="1050" dirty="0" err="1">
                <a:solidFill>
                  <a:srgbClr val="000000"/>
                </a:solidFill>
              </a:rPr>
              <a:t>Gilkeson</a:t>
            </a:r>
            <a:r>
              <a:rPr lang="en-US" sz="1050" dirty="0">
                <a:solidFill>
                  <a:srgbClr val="000000"/>
                </a:solidFill>
              </a:rPr>
              <a:t>, Arr. Shane Coffman and Caleb Stewart</a:t>
            </a:r>
          </a:p>
          <a:p>
            <a:pPr eaLnBrk="1" hangingPunct="1"/>
            <a:r>
              <a:rPr lang="en-US" sz="900" dirty="0">
                <a:solidFill>
                  <a:srgbClr val="000000"/>
                </a:solidFill>
              </a:rPr>
              <a:t>© 2015 Thankyou Music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114300"/>
            <a:ext cx="7670800" cy="2876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057400"/>
            <a:ext cx="7670800" cy="2876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V1b – Every Giant Will Fall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114300"/>
            <a:ext cx="7670800" cy="2876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057400"/>
            <a:ext cx="7670800" cy="2876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V2a – Every Giant Will Fall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114300"/>
            <a:ext cx="7670800" cy="2876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0574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562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V2b – Every Giant Will Fall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114300"/>
            <a:ext cx="7670800" cy="28765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7095BDD-DF02-B34D-B5B7-47EB9B221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20574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545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V2c – Every Giant Will Fall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114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9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C1a – Every Giant Will Fall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114300"/>
            <a:ext cx="7670800" cy="2876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0574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068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1905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C1b – Every Giant Will Fall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114300"/>
            <a:ext cx="7670800" cy="2876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0574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049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C1c – Every Giant Will Fall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75DB28C-82B5-1E40-BD32-9C0A170D5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-114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29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V3a – Every Giant Will Fall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114300"/>
            <a:ext cx="7670800" cy="2876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0955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24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V3b – Every Giant Will Fall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114300"/>
            <a:ext cx="7670800" cy="2876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0C448DDE-3BD9-6848-953E-4F6FB891F2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20955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520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V3c – Every Giant Will Fall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114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432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C2a</a:t>
            </a:r>
            <a:r>
              <a:rPr lang="en-US" sz="1800" baseline="0" dirty="0"/>
              <a:t> </a:t>
            </a:r>
            <a:r>
              <a:rPr lang="en-US" sz="1800" dirty="0"/>
              <a:t> – Every Giant Will Fall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114300"/>
            <a:ext cx="7670800" cy="2876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03835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88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C2b – Every Giant Will Fall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114300"/>
            <a:ext cx="7670800" cy="2876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03835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51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C2c – Every Giant Will Fall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114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410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C3a – Every Giant Will Fall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114300"/>
            <a:ext cx="7670800" cy="2876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03835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7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C3b – Every Giant Will Fall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114300"/>
            <a:ext cx="7670800" cy="2876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03835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997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C3c – Every Giant Will Fall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114300"/>
            <a:ext cx="7670800" cy="2876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0574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98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221</Words>
  <Application>Microsoft Macintosh PowerPoint</Application>
  <PresentationFormat>On-screen Show (16:9)</PresentationFormat>
  <Paragraphs>48</Paragraphs>
  <Slides>17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V1a – Every Giant Will Fall</vt:lpstr>
      <vt:lpstr>V1b – Every Giant Will Fall</vt:lpstr>
      <vt:lpstr>V2a – Every Giant Will Fall</vt:lpstr>
      <vt:lpstr>V2b – Every Giant Will Fall</vt:lpstr>
      <vt:lpstr>V2c – Every Giant Will Fall</vt:lpstr>
      <vt:lpstr>C1a – Every Giant Will Fall</vt:lpstr>
      <vt:lpstr>C1b – Every Giant Will Fall</vt:lpstr>
      <vt:lpstr>C1c – Every Giant Will Fall</vt:lpstr>
      <vt:lpstr>V3a – Every Giant Will Fall</vt:lpstr>
      <vt:lpstr>V3b – Every Giant Will Fall</vt:lpstr>
      <vt:lpstr>V3c – Every Giant Will Fall</vt:lpstr>
      <vt:lpstr>C2a  – Every Giant Will Fall</vt:lpstr>
      <vt:lpstr>C2b – Every Giant Will Fall</vt:lpstr>
      <vt:lpstr>C2c – Every Giant Will Fall</vt:lpstr>
      <vt:lpstr>C3a – Every Giant Will Fall</vt:lpstr>
      <vt:lpstr>C3b – Every Giant Will Fall</vt:lpstr>
      <vt:lpstr>C3c – Every Giant Will Fall</vt:lpstr>
    </vt:vector>
  </TitlesOfParts>
  <Manager/>
  <Company>The Acappella Company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V1a – </dc:title>
  <dc:subject/>
  <dc:creator/>
  <cp:keywords/>
  <dc:description/>
  <cp:lastModifiedBy>Bill Brunkhardt</cp:lastModifiedBy>
  <cp:revision>32</cp:revision>
  <dcterms:created xsi:type="dcterms:W3CDTF">2013-12-26T03:47:56Z</dcterms:created>
  <dcterms:modified xsi:type="dcterms:W3CDTF">2019-05-15T15:11:54Z</dcterms:modified>
  <cp:category>Song</cp:category>
</cp:coreProperties>
</file>