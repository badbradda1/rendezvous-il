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6" autoAdjust="0"/>
    <p:restoredTop sz="86425" autoAdjust="0"/>
  </p:normalViewPr>
  <p:slideViewPr>
    <p:cSldViewPr snapToObjects="1">
      <p:cViewPr varScale="1">
        <p:scale>
          <a:sx n="87" d="100"/>
          <a:sy n="87" d="100"/>
        </p:scale>
        <p:origin x="-112" y="-560"/>
      </p:cViewPr>
      <p:guideLst>
        <p:guide orient="horz" pos="15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164B5-7999-D24F-A5F2-ED51B8ACAF5A}" type="datetimeFigureOut">
              <a:rPr lang="en-US" smtClean="0"/>
              <a:t>2/12/21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5F62F-73D0-E74B-8ED3-B886D4713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1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2/12/21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2/12/21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2/12/21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2/12/21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8C54F-3909-344A-8E0C-994F96D226F0}" type="datetimeFigureOut">
              <a:rPr lang="en-US" smtClean="0"/>
              <a:t>2/12/21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4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4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4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4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4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V1a 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0" y="4705350"/>
            <a:ext cx="556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dirty="0" err="1">
                <a:solidFill>
                  <a:srgbClr val="000000"/>
                </a:solidFill>
              </a:rPr>
              <a:t>Arr</a:t>
            </a:r>
            <a:r>
              <a:rPr lang="en-US" sz="1200" dirty="0">
                <a:solidFill>
                  <a:srgbClr val="000000"/>
                </a:solidFill>
              </a:rPr>
              <a:t>: Mike Rogers</a:t>
            </a:r>
          </a:p>
          <a:p>
            <a:pPr eaLnBrk="1" hangingPunct="1"/>
            <a:r>
              <a:rPr lang="en-US" sz="1200" dirty="0">
                <a:solidFill>
                  <a:srgbClr val="000000"/>
                </a:solidFill>
              </a:rPr>
              <a:t>Words and Music by: </a:t>
            </a:r>
            <a:r>
              <a:rPr lang="en-US" sz="1200" dirty="0" smtClean="0">
                <a:solidFill>
                  <a:srgbClr val="000000"/>
                </a:solidFill>
              </a:rPr>
              <a:t>Dennis Jernigan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3" name="Picture 2" descr="For The Lord Is a Righteous God001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57150"/>
            <a:ext cx="7670800" cy="2876550"/>
          </a:xfrm>
          <a:prstGeom prst="rect">
            <a:avLst/>
          </a:prstGeom>
        </p:spPr>
      </p:pic>
      <p:pic>
        <p:nvPicPr>
          <p:cNvPr id="2" name="Picture 1" descr="For The Lord Is a Righteous God002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99" y="2343150"/>
            <a:ext cx="7670800" cy="2876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V1b </a:t>
            </a:r>
            <a:r>
              <a:rPr lang="en-US" sz="1800" dirty="0"/>
              <a:t>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pic>
        <p:nvPicPr>
          <p:cNvPr id="2" name="Picture 1" descr="For The Lord Is a Righteous God003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57150"/>
            <a:ext cx="7670800" cy="2876550"/>
          </a:xfrm>
          <a:prstGeom prst="rect">
            <a:avLst/>
          </a:prstGeom>
        </p:spPr>
      </p:pic>
      <p:pic>
        <p:nvPicPr>
          <p:cNvPr id="4" name="Picture 3" descr="For The Lord Is a Righteous God004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14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V1c </a:t>
            </a:r>
            <a:r>
              <a:rPr lang="en-US" sz="1800" dirty="0"/>
              <a:t>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pic>
        <p:nvPicPr>
          <p:cNvPr id="3" name="Picture 2" descr="For The Lord Is a Righteous God00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57150"/>
            <a:ext cx="7670800" cy="2876550"/>
          </a:xfrm>
          <a:prstGeom prst="rect">
            <a:avLst/>
          </a:prstGeom>
        </p:spPr>
      </p:pic>
      <p:pic>
        <p:nvPicPr>
          <p:cNvPr id="5" name="Picture 4" descr="For The Lord Is a Righteous God006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14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V1d </a:t>
            </a:r>
            <a:r>
              <a:rPr lang="en-US" sz="1800" dirty="0"/>
              <a:t>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pic>
        <p:nvPicPr>
          <p:cNvPr id="2" name="Picture 1" descr="For The Lord Is a Righteous God007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57150"/>
            <a:ext cx="7670800" cy="2876550"/>
          </a:xfrm>
          <a:prstGeom prst="rect">
            <a:avLst/>
          </a:prstGeom>
        </p:spPr>
      </p:pic>
      <p:pic>
        <p:nvPicPr>
          <p:cNvPr id="4" name="Picture 3" descr="For The Lord Is a Righteous God008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3431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14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-27691"/>
            <a:ext cx="9144000" cy="188926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/>
              <a:t>C1a </a:t>
            </a:r>
            <a:r>
              <a:rPr lang="en-US" sz="1600" dirty="0"/>
              <a:t>– </a:t>
            </a:r>
            <a:r>
              <a:rPr lang="en-US" sz="1600" dirty="0" smtClean="0"/>
              <a:t>For The Lord Is A Righteous God</a:t>
            </a:r>
            <a:endParaRPr lang="en-US" sz="1600" dirty="0"/>
          </a:p>
        </p:txBody>
      </p:sp>
      <p:pic>
        <p:nvPicPr>
          <p:cNvPr id="8" name="Picture 7" descr="For The Lord Is a Righteous God010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343150"/>
            <a:ext cx="7670800" cy="2876550"/>
          </a:xfrm>
          <a:prstGeom prst="rect">
            <a:avLst/>
          </a:prstGeom>
        </p:spPr>
      </p:pic>
      <p:pic>
        <p:nvPicPr>
          <p:cNvPr id="5" name="Picture 4" descr="For The Lord Is a Righteous God009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89" y="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298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C1b </a:t>
            </a:r>
            <a:r>
              <a:rPr lang="en-US" sz="1800" dirty="0"/>
              <a:t>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pic>
        <p:nvPicPr>
          <p:cNvPr id="4" name="Picture 3" descr="For The Lord Is a Righteous God012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12" y="2343150"/>
            <a:ext cx="7670800" cy="2876550"/>
          </a:xfrm>
          <a:prstGeom prst="rect">
            <a:avLst/>
          </a:prstGeom>
        </p:spPr>
      </p:pic>
      <p:pic>
        <p:nvPicPr>
          <p:cNvPr id="5" name="Picture 4" descr="For The Lord Is a Righteous God011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12" y="-571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129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V2a </a:t>
            </a:r>
            <a:r>
              <a:rPr lang="en-US" sz="1800" dirty="0"/>
              <a:t>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pic>
        <p:nvPicPr>
          <p:cNvPr id="6" name="Picture 5" descr="For The Lord Is a Righteous God014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343150"/>
            <a:ext cx="7670800" cy="2876550"/>
          </a:xfrm>
          <a:prstGeom prst="rect">
            <a:avLst/>
          </a:prstGeom>
        </p:spPr>
      </p:pic>
      <p:pic>
        <p:nvPicPr>
          <p:cNvPr id="2" name="Picture 1" descr="For The Lord Is a Righteous God013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571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868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V2b </a:t>
            </a:r>
            <a:r>
              <a:rPr lang="en-US" sz="1800" dirty="0"/>
              <a:t>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pic>
        <p:nvPicPr>
          <p:cNvPr id="3" name="Picture 2" descr="For The Lord Is a Righteous God01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57150"/>
            <a:ext cx="7670800" cy="2876550"/>
          </a:xfrm>
          <a:prstGeom prst="rect">
            <a:avLst/>
          </a:prstGeom>
        </p:spPr>
      </p:pic>
      <p:pic>
        <p:nvPicPr>
          <p:cNvPr id="5" name="Picture 4" descr="For The Lord Is a Righteous God016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3431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838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V2c </a:t>
            </a:r>
            <a:r>
              <a:rPr lang="en-US" sz="1800" dirty="0"/>
              <a:t>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pic>
        <p:nvPicPr>
          <p:cNvPr id="2" name="Picture 1" descr="For The Lord Is a Righteous God017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57150"/>
            <a:ext cx="7670800" cy="2876550"/>
          </a:xfrm>
          <a:prstGeom prst="rect">
            <a:avLst/>
          </a:prstGeom>
        </p:spPr>
      </p:pic>
      <p:pic>
        <p:nvPicPr>
          <p:cNvPr id="4" name="Picture 3" descr="For The Lord Is a Righteous God018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60" y="23431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838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V2d </a:t>
            </a:r>
            <a:r>
              <a:rPr lang="en-US" sz="1800" dirty="0"/>
              <a:t>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pic>
        <p:nvPicPr>
          <p:cNvPr id="5" name="Picture 4" descr="For The Lord Is a Righteous God020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343150"/>
            <a:ext cx="7670800" cy="2876550"/>
          </a:xfrm>
          <a:prstGeom prst="rect">
            <a:avLst/>
          </a:prstGeom>
        </p:spPr>
      </p:pic>
      <p:pic>
        <p:nvPicPr>
          <p:cNvPr id="3" name="Picture 2" descr="For The Lord Is a Righteous God019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571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838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V2e </a:t>
            </a:r>
            <a:r>
              <a:rPr lang="en-US" sz="1800" dirty="0"/>
              <a:t>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pic>
        <p:nvPicPr>
          <p:cNvPr id="3" name="Picture 2" descr="For The Lord Is a Righteous God021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571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264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C2a </a:t>
            </a:r>
            <a:r>
              <a:rPr lang="en-US" sz="1800" dirty="0"/>
              <a:t>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pic>
        <p:nvPicPr>
          <p:cNvPr id="8" name="Picture 7" descr="For The Lord Is a Righteous God010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343150"/>
            <a:ext cx="7670800" cy="2876550"/>
          </a:xfrm>
          <a:prstGeom prst="rect">
            <a:avLst/>
          </a:prstGeom>
        </p:spPr>
      </p:pic>
      <p:pic>
        <p:nvPicPr>
          <p:cNvPr id="3" name="Picture 2" descr="For The Lord Is a Righteous God - HOMO009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89" y="-571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049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err="1" smtClean="0"/>
              <a:t>CODAa</a:t>
            </a:r>
            <a:r>
              <a:rPr lang="en-US" sz="1800" dirty="0" smtClean="0"/>
              <a:t> </a:t>
            </a:r>
            <a:r>
              <a:rPr lang="en-US" sz="1800" dirty="0"/>
              <a:t>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pic>
        <p:nvPicPr>
          <p:cNvPr id="9" name="Picture 8" descr="For The Lord Is a Righteous God011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12" y="-57150"/>
            <a:ext cx="7670800" cy="2876550"/>
          </a:xfrm>
          <a:prstGeom prst="rect">
            <a:avLst/>
          </a:prstGeom>
        </p:spPr>
      </p:pic>
      <p:pic>
        <p:nvPicPr>
          <p:cNvPr id="3" name="Picture 2" descr="For The Lord Is a Righteous God025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3431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935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</a:t>
            </a:r>
            <a:r>
              <a:rPr lang="en-US" sz="1200" dirty="0" smtClean="0"/>
              <a:t>2015 </a:t>
            </a:r>
            <a:r>
              <a:rPr lang="en-US" sz="1200" dirty="0"/>
              <a:t>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smtClean="0"/>
              <a:t>CODAb</a:t>
            </a:r>
            <a:r>
              <a:rPr lang="en-US" sz="1800" dirty="0" smtClean="0"/>
              <a:t> </a:t>
            </a:r>
            <a:r>
              <a:rPr lang="en-US" sz="1800" dirty="0"/>
              <a:t>– </a:t>
            </a:r>
            <a:r>
              <a:rPr lang="en-US" sz="1800" dirty="0" smtClean="0"/>
              <a:t>For The Lord Is A Righteous God</a:t>
            </a:r>
            <a:endParaRPr lang="en-US" sz="1800" dirty="0"/>
          </a:p>
        </p:txBody>
      </p:sp>
      <p:pic>
        <p:nvPicPr>
          <p:cNvPr id="5" name="Picture 4" descr="For The Lord Is a Righteous God027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343150"/>
            <a:ext cx="7670800" cy="2876550"/>
          </a:xfrm>
          <a:prstGeom prst="rect">
            <a:avLst/>
          </a:prstGeom>
        </p:spPr>
      </p:pic>
      <p:pic>
        <p:nvPicPr>
          <p:cNvPr id="7" name="Picture 6" descr="For The Lord Is a Righteous God025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-571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520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207</Words>
  <Application>Microsoft Macintosh PowerPoint</Application>
  <PresentationFormat>On-screen Show (16:9)</PresentationFormat>
  <Paragraphs>30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V1a – For The Lord Is A Righteous God</vt:lpstr>
      <vt:lpstr>V1b – For The Lord Is A Righteous God</vt:lpstr>
      <vt:lpstr>V1c – For The Lord Is A Righteous God</vt:lpstr>
      <vt:lpstr>V1d – For The Lord Is A Righteous God</vt:lpstr>
      <vt:lpstr>C1a – For The Lord Is A Righteous God</vt:lpstr>
      <vt:lpstr>C1b – For The Lord Is A Righteous God</vt:lpstr>
      <vt:lpstr>V2a – For The Lord Is A Righteous God</vt:lpstr>
      <vt:lpstr>V2b – For The Lord Is A Righteous God</vt:lpstr>
      <vt:lpstr>V2c – For The Lord Is A Righteous God</vt:lpstr>
      <vt:lpstr>V2d – For The Lord Is A Righteous God</vt:lpstr>
      <vt:lpstr>V2e – For The Lord Is A Righteous God</vt:lpstr>
      <vt:lpstr>C2a – For The Lord Is A Righteous God</vt:lpstr>
      <vt:lpstr>CODAa – For The Lord Is A Righteous God</vt:lpstr>
      <vt:lpstr>CODAb – For The Lord Is A Righteous God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C1a – Give Thanks (to the Lord)</dc:title>
  <dc:creator>MICHAEL ROGERS</dc:creator>
  <cp:lastModifiedBy>Tammy Heinsohn</cp:lastModifiedBy>
  <cp:revision>29</cp:revision>
  <dcterms:created xsi:type="dcterms:W3CDTF">2013-12-26T03:47:56Z</dcterms:created>
  <dcterms:modified xsi:type="dcterms:W3CDTF">2021-02-12T20:28:33Z</dcterms:modified>
</cp:coreProperties>
</file>