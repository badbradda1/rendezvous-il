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0" r:id="rId2"/>
    <p:sldId id="261" r:id="rId3"/>
    <p:sldId id="262" r:id="rId4"/>
    <p:sldId id="263" r:id="rId5"/>
    <p:sldId id="264" r:id="rId6"/>
    <p:sldId id="269" r:id="rId7"/>
    <p:sldId id="270" r:id="rId8"/>
    <p:sldId id="271" r:id="rId9"/>
    <p:sldId id="272" r:id="rId10"/>
    <p:sldId id="265" r:id="rId11"/>
    <p:sldId id="266" r:id="rId12"/>
    <p:sldId id="267" r:id="rId13"/>
    <p:sldId id="268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01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8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5" autoAdjust="0"/>
    <p:restoredTop sz="86464" autoAdjust="0"/>
  </p:normalViewPr>
  <p:slideViewPr>
    <p:cSldViewPr snapToObjects="1">
      <p:cViewPr varScale="1">
        <p:scale>
          <a:sx n="122" d="100"/>
          <a:sy n="122" d="100"/>
        </p:scale>
        <p:origin x="-104" y="-296"/>
      </p:cViewPr>
      <p:guideLst>
        <p:guide orient="horz" pos="1512"/>
        <p:guide orient="horz" pos="140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164B5-7999-D24F-A5F2-ED51B8ACAF5A}" type="datetimeFigureOut">
              <a:rPr lang="en-US" smtClean="0"/>
              <a:t>5/15/19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5F62F-73D0-E74B-8ED3-B886D4713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56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43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67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94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57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08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90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40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1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76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1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46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35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259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44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69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616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31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055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29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6.emf"/><Relationship Id="rId5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4.emf"/><Relationship Id="rId5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6.emf"/><Relationship Id="rId5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8.emf"/><Relationship Id="rId5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0.emf"/><Relationship Id="rId5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2.emf"/><Relationship Id="rId5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3.emf"/><Relationship Id="rId5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5.emf"/><Relationship Id="rId5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7.emf"/><Relationship Id="rId5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9.emf"/><Relationship Id="rId5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31.emf"/><Relationship Id="rId5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35.emf"/><Relationship Id="rId5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37.emf"/><Relationship Id="rId5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38.emf"/><Relationship Id="rId5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V1a – Come, People of the Risen King</a:t>
            </a: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0" y="4721484"/>
            <a:ext cx="6781800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50" dirty="0">
                <a:solidFill>
                  <a:srgbClr val="000000"/>
                </a:solidFill>
              </a:rPr>
              <a:t>Words and Music by: Keith Getty, Kristyn Lennox Getty, and Stuart </a:t>
            </a:r>
            <a:r>
              <a:rPr lang="en-US" sz="1050" dirty="0" err="1">
                <a:solidFill>
                  <a:srgbClr val="000000"/>
                </a:solidFill>
              </a:rPr>
              <a:t>Townend</a:t>
            </a:r>
            <a:r>
              <a:rPr lang="en-US" sz="1050" dirty="0">
                <a:solidFill>
                  <a:srgbClr val="000000"/>
                </a:solidFill>
              </a:rPr>
              <a:t>, Arr. D. J. Bulls</a:t>
            </a:r>
            <a:endParaRPr lang="en-US" sz="1200" dirty="0">
              <a:solidFill>
                <a:srgbClr val="000000"/>
              </a:solidFill>
            </a:endParaRPr>
          </a:p>
          <a:p>
            <a:pPr eaLnBrk="1" hangingPunct="1"/>
            <a:r>
              <a:rPr lang="en-US" sz="900" dirty="0">
                <a:solidFill>
                  <a:srgbClr val="000000"/>
                </a:solidFill>
              </a:rPr>
              <a:t>© 2009 Thankyou Music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0753BA2-0969-4C48-B9E1-5BF801486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5697662-B8A9-0044-AF74-4FFA9B0B0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V1b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3929DCE-6C58-0843-B3B4-DE3B1F793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46954D3-13DA-7040-B5DB-08A2E413C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400300"/>
            <a:ext cx="7662672" cy="2873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V1c – Come, People of the Risen 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30410AD-2E08-B740-8AFE-1062F9825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914958E-816B-6144-B97E-36D41F31D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281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V1d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0B82D29-BBA2-AC40-8347-8B3CD0F4D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8D64740-3388-4741-AC32-598AE9046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400300"/>
            <a:ext cx="7662672" cy="28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C1a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A1AB733-E554-174B-ABB9-35D8FD2DA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C159ABE-DC07-A246-AD58-D608FBA04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400300"/>
            <a:ext cx="7662672" cy="28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22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C1b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BFFAC11-7FED-2A46-9D92-C658D8883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7188713-C905-E84E-9696-F9160C643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10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V2a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988853D-705B-0648-934E-89103B1FE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EC757BE-92A9-594F-AC38-7E9AE1C70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8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V2b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2BAA6F7-AB6F-2A49-B5E2-0615DFAC4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BB1DDF9-D26F-C34C-8069-EF012EA58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400300"/>
            <a:ext cx="7662672" cy="28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28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V2c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C9089DD-C8B0-6E43-AEE1-75FBC29EB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C0BCB61-D3B6-034C-A3A1-CA6F7291E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8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V2d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302B908-BC8A-1246-8099-EBD371769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FCFD17-784E-D348-91AC-087082831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58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C2a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5C4679F-CBC0-204D-B69C-8EE95EABF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FA2555F-2B03-1047-BBA1-DEF1F7EDE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400300"/>
            <a:ext cx="7662672" cy="28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73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C2b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901776D-2396-FF4D-B5B0-1799093E6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C86CC40-E1CC-6349-9F48-F7B428A10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44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V3a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21E041D-58CD-A14C-8AD2-9367120BE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8E0EF5B-2676-3447-8F7C-501911C2E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47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V3b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863440A-9FCB-D345-B6E1-9D39C6095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359BA70-8272-0A4B-B9A8-FF75E22F5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400300"/>
            <a:ext cx="7662672" cy="28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3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V3c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8A54E17-E81F-0744-8641-7206BB1D8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3BFE6AD-3696-9046-B266-1A1A9704B7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27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V3d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02ABE2C-796B-3748-B75A-6B35EFE34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26B50B0-22D2-A147-AEC1-EBDB2E153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400300"/>
            <a:ext cx="7662672" cy="28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84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C3a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2B2BEF6-EA21-7F48-B3A2-A96C1240F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A1835C1-733C-8C44-9187-9868B6089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400300"/>
            <a:ext cx="7662672" cy="28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49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C3b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2D6E0D6-5D8E-5743-884C-553E7A5AE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D2EAA8E-62EE-E142-B38B-85DF29AF0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310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C4a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976114A-8BA7-4545-AD2C-65154E3BA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9EF46CD-461B-A549-8DBD-8302F8A29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400300"/>
            <a:ext cx="7662672" cy="287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40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C4b – Come, People of the Risen King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24485D5-B2DC-A941-88F2-A645D0BC6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EE2A758-1C87-0249-A59E-4AECD3BD7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67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70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6324600" y="4857750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2018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437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Tag – Come, People of the Risen King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97290C1A-0F92-1247-AF1D-454852E95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18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342</Words>
  <Application>Microsoft Macintosh PowerPoint</Application>
  <PresentationFormat>On-screen Show (16:9)</PresentationFormat>
  <Paragraphs>65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V1a – Come, People of the Risen King</vt:lpstr>
      <vt:lpstr>V1b – Come, People of the Risen King </vt:lpstr>
      <vt:lpstr>V1c – Come, People of the Risen King</vt:lpstr>
      <vt:lpstr>V1d – Come, People of the Risen King </vt:lpstr>
      <vt:lpstr>C1a – Come, People of the Risen King </vt:lpstr>
      <vt:lpstr>C1b – Come, People of the Risen King </vt:lpstr>
      <vt:lpstr>V2a – Come, People of the Risen King </vt:lpstr>
      <vt:lpstr>V2b – Come, People of the Risen King </vt:lpstr>
      <vt:lpstr>V2c – Come, People of the Risen King </vt:lpstr>
      <vt:lpstr>V2d – Come, People of the Risen King </vt:lpstr>
      <vt:lpstr>C2a – Come, People of the Risen King </vt:lpstr>
      <vt:lpstr>C2b – Come, People of the Risen King </vt:lpstr>
      <vt:lpstr>V3a – Come, People of the Risen King </vt:lpstr>
      <vt:lpstr>V3b – Come, People of the Risen King </vt:lpstr>
      <vt:lpstr>V3c – Come, People of the Risen King </vt:lpstr>
      <vt:lpstr>V3d – Come, People of the Risen King </vt:lpstr>
      <vt:lpstr>C3a – Come, People of the Risen King </vt:lpstr>
      <vt:lpstr>C3b – Come, People of the Risen King </vt:lpstr>
      <vt:lpstr>C4a – Come, People of the Risen King </vt:lpstr>
      <vt:lpstr>C4b – Come, People of the Risen King </vt:lpstr>
      <vt:lpstr>Tag – Come, People of the Risen King </vt:lpstr>
    </vt:vector>
  </TitlesOfParts>
  <Manager/>
  <Company>The Acappella Company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Come People of the Risen King</dc:title>
  <dc:subject/>
  <dc:creator>Keith &amp; Kristyn Getty, Stuart Townend</dc:creator>
  <cp:keywords/>
  <dc:description>Arranged by D. J. Bulls</dc:description>
  <cp:lastModifiedBy>Bill Brunkhardt</cp:lastModifiedBy>
  <cp:revision>59</cp:revision>
  <dcterms:created xsi:type="dcterms:W3CDTF">2013-12-26T03:47:56Z</dcterms:created>
  <dcterms:modified xsi:type="dcterms:W3CDTF">2019-05-15T15:10:18Z</dcterms:modified>
  <cp:category>Song</cp:category>
</cp:coreProperties>
</file>