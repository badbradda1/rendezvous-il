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7" autoAdjust="0"/>
    <p:restoredTop sz="86418" autoAdjust="0"/>
  </p:normalViewPr>
  <p:slideViewPr>
    <p:cSldViewPr>
      <p:cViewPr varScale="1">
        <p:scale>
          <a:sx n="103" d="100"/>
          <a:sy n="103" d="100"/>
        </p:scale>
        <p:origin x="492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2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2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07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6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1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23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1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2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7E2C5-5C4C-4F4E-ACF7-26F0C415BE22}" type="datetimeFigureOut">
              <a:rPr lang="en-US" smtClean="0"/>
              <a:t>3/3/2017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0B15E-2854-4136-8E00-EA7BD1DF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55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9 God of Mercy and of Might 1a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2192000" y="0"/>
            <a:ext cx="2362200" cy="1143000"/>
          </a:xfrm>
        </p:spPr>
        <p:txBody>
          <a:bodyPr/>
          <a:lstStyle/>
          <a:p>
            <a:r>
              <a:rPr lang="en-US" dirty="0" smtClean="0"/>
              <a:t>1 Stanza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586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9 God of Mercy and of Might 1b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982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9 God of Mercy and of Might 2a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2205580" y="0"/>
            <a:ext cx="2286000" cy="1143000"/>
          </a:xfrm>
        </p:spPr>
        <p:txBody>
          <a:bodyPr/>
          <a:lstStyle/>
          <a:p>
            <a:r>
              <a:rPr lang="en-US" dirty="0" smtClean="0"/>
              <a:t>2 Stanza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39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9 God of Mercy and of Might 2b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266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On-screen Show (4:3)</PresentationFormat>
  <Paragraphs>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1 Stanza</vt:lpstr>
      <vt:lpstr>PowerPoint Presentation</vt:lpstr>
      <vt:lpstr>2 Stanza</vt:lpstr>
      <vt:lpstr>PowerPoint Presentation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</dc:creator>
  <cp:lastModifiedBy>Level 8 Cat Boy</cp:lastModifiedBy>
  <cp:revision>5</cp:revision>
  <dcterms:created xsi:type="dcterms:W3CDTF">2017-01-11T19:56:31Z</dcterms:created>
  <dcterms:modified xsi:type="dcterms:W3CDTF">2017-03-03T20:18:14Z</dcterms:modified>
</cp:coreProperties>
</file>